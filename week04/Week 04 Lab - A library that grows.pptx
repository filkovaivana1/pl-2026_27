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Ivana. As in week 3, the starter does not compile until the warm up is done: ReviewTest needs the record Review. With the reference solution 17 of 17 tests are green. With the starter plus a correct Review, 4 are green and 13 are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COVER: the lab of this week depends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record must be public and needs the package line. The last test shows that two records with equal content are equal, without any code from the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not the id: every new Book gets a fresh id, so two objects for the same book would never be equal. If a student writes only equals, the test with the HashSet fails. That is the point of that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COVER: the lab of this week depends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LibraryTest has a method marked @BeforeEach. It runs before every test, so each test starts with a fresh library with three books. assertSame checks that it is the same object, not only an equal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Returning an empty list and never null saves every caller a null check. Ask: could we add a third findBooks(String genre)? No. It would have the same signature as findBooks(String author).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averageRating compare with review.book().equals(book), not with ==. Both work in the test today, but only equals is right when the same book arrives as a second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that grows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52344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maps replace the array, a record holds the reviews, and equals decides what a duplicate is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064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exercises: Ivana Filkova</a:t>
            </a:r>
            <a:endParaRPr lang="en-US" sz="1500" dirty="0"/>
          </a:p>
        </p:txBody>
      </p:sp>
      <p:pic>
        <p:nvPicPr>
          <p:cNvPr id="7" name="Image 0" descr="/home/claude/decks/assets/logo-color-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528" y="1554480"/>
            <a:ext cx="3566160" cy="13043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55280" y="3291840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Information Technology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97764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 ·  CSCI 2430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38912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2026/27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in these 90 minutes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50876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15087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to 0:06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150876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and the package bookreview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0408615" y="16093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408615" y="16093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07568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0:06 to 0:16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20756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Warm up: the record Review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0408615" y="21762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408615" y="21762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264261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264261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0:16 to 0:31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560320" y="264261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Book: short constructor, equals and hashCode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0408615" y="27432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408615" y="27432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320954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0:31 to 0:51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2560320" y="320954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Library: books in a List, users in a Map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0408615" y="331012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408615" y="33101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8640" y="377647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77240" y="3776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0:51 to 1:03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2560320" y="37764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Overloaded search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findBooks by author, findBooks by years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0408615" y="38770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408615" y="38770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777240" y="434340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1:03 to 1:23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2560320" y="434340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Reviews, average rating, count by genre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10408615" y="444398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0408615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48640" y="491032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77240" y="491032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1:23 to 1:30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2560320" y="491032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Main, commit, push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two stretch tasks for fast students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10408615" y="501091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0408615" y="50109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A9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classes from last week, now inside a package.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257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pic>
        <p:nvPicPr>
          <p:cNvPr id="9" name="Image 0" descr="/home/claude/decks/assets/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week04 and find your way around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42855" y="4114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42855" y="411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NEEDS THIS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pic>
        <p:nvPicPr>
          <p:cNvPr id="8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50876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5087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15087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folder week04 from the starter into your repository, then File, Open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548640" y="2304288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23042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23042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into src/main/java/bookreview</a:t>
            </a:r>
            <a:endParaRPr lang="en-US" sz="175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2688336"/>
            <a:ext cx="6080760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Book are the solutions of last week. Library and Main are new.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548640" y="3572256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5722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35722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starts with the line: package bookreview;</a:t>
            </a:r>
            <a:endParaRPr lang="en-US" sz="1750" dirty="0"/>
          </a:p>
        </p:txBody>
      </p:sp>
      <p:sp>
        <p:nvSpPr>
          <p:cNvPr id="20" name="Text 16"/>
          <p:cNvSpPr txBox="1"/>
          <p:nvPr/>
        </p:nvSpPr>
        <p:spPr>
          <a:xfrm>
            <a:off x="1325880" y="3956304"/>
            <a:ext cx="6080760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name and the package name must match. The full name of the class is bookreview.Book.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548640" y="4840224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48402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325880" y="484022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 live in the same package, under src/test/java/bookreview</a:t>
            </a:r>
            <a:endParaRPr lang="en-US" sz="1750" dirty="0"/>
          </a:p>
        </p:txBody>
      </p:sp>
      <p:sp>
        <p:nvSpPr>
          <p:cNvPr id="24" name="Text 20"/>
          <p:cNvSpPr txBox="1"/>
          <p:nvPr/>
        </p:nvSpPr>
        <p:spPr>
          <a:xfrm>
            <a:off x="1325880" y="5224272"/>
            <a:ext cx="6080760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ReviewTest is red in the editor: the record Review does not exist yet.</a:t>
            </a:r>
            <a:endParaRPr lang="en-US" sz="1550" dirty="0"/>
          </a:p>
        </p:txBody>
      </p:sp>
      <p:sp>
        <p:nvSpPr>
          <p:cNvPr id="25" name="Shape 21"/>
          <p:cNvSpPr/>
          <p:nvPr/>
        </p:nvSpPr>
        <p:spPr>
          <a:xfrm>
            <a:off x="7863840" y="1490472"/>
            <a:ext cx="3779215" cy="3291840"/>
          </a:xfrm>
          <a:prstGeom prst="roundRect">
            <a:avLst>
              <a:gd name="adj" fmla="val 3333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138160" y="1764792"/>
            <a:ext cx="502920" cy="502920"/>
          </a:xfrm>
          <a:prstGeom prst="ellipse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778240" y="1764792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behind last week?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8138160" y="2450592"/>
            <a:ext cx="323057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problem. Every starter contains a working version of the weeks before.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 with your own solution when you have time.</a:t>
            </a:r>
            <a:endParaRPr lang="en-US" sz="18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861" y="1885493"/>
            <a:ext cx="261518" cy="2615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A9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tasks. Read each test before you write code.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257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84 min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pic>
        <p:nvPicPr>
          <p:cNvPr id="9" name="Image 0" descr="/home/claude/decks/assets/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WARM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Review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80015" y="411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7F4F"/>
          </a:solidFill>
          <a:ln w="12700">
            <a:solidFill>
              <a:srgbClr val="1E7F4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180015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50876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6002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is plain data that never changes: who, which book, how many stars, what text. That is a record.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337560"/>
            <a:ext cx="5486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click the package bookreview under src/main/java, New, Java Class, choose Record, name: Review.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User user, Book book, int rating, String text.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compact constructor. A rating below 1 becomes 1, a rating above 5 becomes 5.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same constructor: a text that is null becomes "".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ReviewTest.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0" y="1508760"/>
            <a:ext cx="5242255" cy="2526030"/>
          </a:xfrm>
          <a:prstGeom prst="roundRect">
            <a:avLst>
              <a:gd name="adj" fmla="val 3620"/>
            </a:avLst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56832" y="1618488"/>
            <a:ext cx="47301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LECTURE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656832" y="1965960"/>
            <a:ext cx="4730191" cy="188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Review(String user, String book,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rating)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 {         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compact constructor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(rating &lt;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rating =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(rating &gt;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rating =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0" y="4217670"/>
            <a:ext cx="5242255" cy="1908810"/>
          </a:xfrm>
          <a:prstGeom prst="roundRect">
            <a:avLst>
              <a:gd name="adj" fmla="val 5749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675120" y="4354830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675120" y="4693158"/>
            <a:ext cx="4693615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6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tests in ReviewTest are green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6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no getter, no equals and no toString</a:t>
            </a:r>
            <a:endParaRPr lang="en-US" sz="16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6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Book: a short constructor, equals and hashCode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80015" y="411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180015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508760"/>
            <a:ext cx="6766560" cy="1066800"/>
          </a:xfrm>
          <a:prstGeom prst="roundRect">
            <a:avLst>
              <a:gd name="adj" fmla="val 10286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600200"/>
            <a:ext cx="6217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must refuse a book that it already has. For that, Java must know when two Book objects mean the same book.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758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078480"/>
            <a:ext cx="676656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2a: the constructor Book(title, author) exists, but passes wrong values. Fix them: genre "Unknown", year 0.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2b: two books are equal when title AND author are equal. The id, the genre and the year do not count.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IntelliJ write it: Code, Generate, equals() and hashCode(). Select only title and author.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generated code. Find the three steps from the lecture in it.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BookTest.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680960" y="1508760"/>
            <a:ext cx="3962095" cy="4617720"/>
          </a:xfrm>
          <a:prstGeom prst="roundRect">
            <a:avLst>
              <a:gd name="adj" fmla="val 2769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55280" y="164592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1984248"/>
            <a:ext cx="3413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task2 tests are green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 why the id must not be part of equals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of Library: composition with collections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42855" y="4114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42855" y="411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NEEDS THIS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pic>
        <p:nvPicPr>
          <p:cNvPr id="8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508760"/>
            <a:ext cx="11094415" cy="2093976"/>
          </a:xfrm>
          <a:prstGeom prst="roundRect">
            <a:avLst>
              <a:gd name="adj" fmla="val 4367"/>
            </a:avLst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4672" y="1618488"/>
            <a:ext cx="10582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Library.java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04672" y="1965960"/>
            <a:ext cx="10582351" cy="1453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Library {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List&lt;Book&gt; books = 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ArrayList&lt;&gt;();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Map&lt;String, User&gt; users = 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HashMap&lt;&gt;();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8B97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Task 5: add a list for the reviews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548640" y="3785616"/>
            <a:ext cx="3576218" cy="1428750"/>
          </a:xfrm>
          <a:prstGeom prst="roundRect">
            <a:avLst>
              <a:gd name="adj" fmla="val 512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7240" y="3904488"/>
            <a:ext cx="3119018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List&lt;Book&gt;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and the library grows. contains uses your new equals.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307738" y="3785616"/>
            <a:ext cx="3576218" cy="1428750"/>
          </a:xfrm>
          <a:prstGeom prst="roundRect">
            <a:avLst>
              <a:gd name="adj" fmla="val 512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36338" y="3904488"/>
            <a:ext cx="3119018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 User&gt;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the username. Finding a user needs no loop.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8066837" y="3785616"/>
            <a:ext cx="3576218" cy="1428750"/>
          </a:xfrm>
          <a:prstGeom prst="roundRect">
            <a:avLst>
              <a:gd name="adj" fmla="val 512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95437" y="3904488"/>
            <a:ext cx="3119018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outside can add a book behind the back of addBook.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in a List, users in a Map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80015" y="411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180015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508760"/>
            <a:ext cx="6766560" cy="1066800"/>
          </a:xfrm>
          <a:prstGeom prst="roundRect">
            <a:avLst>
              <a:gd name="adj" fmla="val 10286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600200"/>
            <a:ext cx="6217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first four methods of Library. No book twice, no username twice.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758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078480"/>
            <a:ext cx="676656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addBook: if the list already contains the book, return false. Otherwise add it and return true.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bookCount: the size of the list.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registerUser: if the map already has this username as a key, return false. Otherwise put the user and return true.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findUser: one line. What does get return for an unknown key?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LibraryTest. The three task3 tests must be green.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680960" y="1508760"/>
            <a:ext cx="3962095" cy="4617720"/>
          </a:xfrm>
          <a:prstGeom prst="roundRect">
            <a:avLst>
              <a:gd name="adj" fmla="val 2769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55280" y="164592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1984248"/>
            <a:ext cx="3413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task3 tests are green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loop in these four methods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80015" y="411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180015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508760"/>
            <a:ext cx="6766560" cy="1325880"/>
          </a:xfrm>
          <a:prstGeom prst="roundRect">
            <a:avLst>
              <a:gd name="adj" fmla="val 8276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60020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methods with the same name findBooks. One takes an author, the other takes two years. The compiler picks by the argument types.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017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337560"/>
            <a:ext cx="67665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findBooks(String author): create a new ArrayList, loop over the books, add the matches. Use equalsIgnoreCase.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findBooks(int fromYear, int toYear): same pattern, with both borders included.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return a new list. They never hand out the private list itself.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two task4 tests.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680960" y="1508760"/>
            <a:ext cx="3962095" cy="4617720"/>
          </a:xfrm>
          <a:prstGeom prst="roundRect">
            <a:avLst>
              <a:gd name="adj" fmla="val 2769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55280" y="164592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1984248"/>
            <a:ext cx="3413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task4 tests are green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 without a match returns an empty list, not null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· 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average rating, count by genre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80015" y="411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180015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50876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60020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review books. The library answers two questions: how good is this book, and how many books does each genre have?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33756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private List&lt;Review&gt; field.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addReview: find the user. Unknown user, or a book that is not in the library: return false. Otherwise create the Review and store it.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averageRating: loop over the reviews of this book. No review: return 0.0. Watch the int division.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countByGenre: the counting pattern from the lecture, with getOrDefault and a TreeMap.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three task5 tests.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5852160" y="1508760"/>
            <a:ext cx="5790895" cy="1453896"/>
          </a:xfrm>
          <a:prstGeom prst="roundRect">
            <a:avLst>
              <a:gd name="adj" fmla="val 6289"/>
            </a:avLst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08192" y="1618488"/>
            <a:ext cx="5278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COUNTING PATTERN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108192" y="1965960"/>
            <a:ext cx="5278831" cy="813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Integer&gt; counts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TreeMap&lt;&gt;();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(String genre : genres)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counts.put(genre, counts.getOrDefault(genre,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852160" y="3145536"/>
            <a:ext cx="5790895" cy="2980944"/>
          </a:xfrm>
          <a:prstGeom prst="roundRect">
            <a:avLst>
              <a:gd name="adj" fmla="val 3681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126480" y="3282696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126480" y="3621024"/>
            <a:ext cx="5242255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LibraryTest is green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shows your library at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11094415" cy="2590038"/>
          </a:xfrm>
          <a:prstGeom prst="roundRect">
            <a:avLst>
              <a:gd name="adj" fmla="val 3530"/>
            </a:avLst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" y="1618488"/>
            <a:ext cx="10582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OF Main (THE THIRD LINE IS SHORTENED HERE)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1965960"/>
            <a:ext cx="10582351" cy="1949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 Dune again? false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Books: 3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Jane Austen: [#2 Emma by Jane Austen (1815), Classic, #3 Persuasion ...]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1900 to 2000: [#1 Dune by Frank Herbert (1965), Science fiction]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for Dune: 4.5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for Emma: 0.0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Genres: {Classic=2, Science fiction=1}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4281678"/>
            <a:ext cx="3576218" cy="1428750"/>
          </a:xfrm>
          <a:prstGeom prst="roundRect">
            <a:avLst>
              <a:gd name="adj" fmla="val 512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400550"/>
            <a:ext cx="3119018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click Main, Run. No arguments needed.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07738" y="4281678"/>
            <a:ext cx="3576218" cy="1428750"/>
          </a:xfrm>
          <a:prstGeom prst="roundRect">
            <a:avLst>
              <a:gd name="adj" fmla="val 512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36338" y="4400550"/>
            <a:ext cx="3119018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Dune again? false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equals at work: the second Dune is a different object, and still a duplicate.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066837" y="4281678"/>
            <a:ext cx="3576218" cy="1428750"/>
          </a:xfrm>
          <a:prstGeom prst="roundRect">
            <a:avLst>
              <a:gd name="adj" fmla="val 512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95437" y="4400550"/>
            <a:ext cx="3119018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for Emma: 0.0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review for Emma came from an unknown user and was refused.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TASKS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those who are done early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554480"/>
            <a:ext cx="5989320" cy="971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topRated()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with the highest average rating, or null for an empty library.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306501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06501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046730"/>
            <a:ext cx="5989320" cy="69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removeBooksOlderThan(year)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books and returns how many were removed.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48640" y="428294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282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4264660"/>
            <a:ext cx="5989320" cy="696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StretchTest must be green.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680960" y="1508760"/>
            <a:ext cx="3962095" cy="4480560"/>
          </a:xfrm>
          <a:prstGeom prst="roundRect">
            <a:avLst>
              <a:gd name="adj" fmla="val 2769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1783080"/>
            <a:ext cx="502920" cy="502920"/>
          </a:xfrm>
          <a:prstGeom prst="ellipse">
            <a:avLst/>
          </a:prstGeom>
          <a:solidFill>
            <a:srgbClr val="B25E00"/>
          </a:solidFill>
          <a:ln w="12700">
            <a:solidFill>
              <a:srgbClr val="B25E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0" y="1783080"/>
            <a:ext cx="2773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lecture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0" y="2468880"/>
            <a:ext cx="34134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inside an enhanced for loop ends with a ConcurrentModificationException.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by index, from the back.</a:t>
            </a:r>
            <a:endParaRPr lang="en-US" sz="1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1" y="1903781"/>
            <a:ext cx="261518" cy="2615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for today when all of this is true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0020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15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160020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ReviewTest, BookTest and LibraryTest are green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6837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25880" y="246888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prints the expected output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55244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25880" y="333756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has no public field and hands out no private list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78728" y="160020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07328" y="1815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55968" y="160020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has its own commit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78728" y="246888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07328" y="26837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55968" y="246888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is done and checked on github.com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78728" y="333756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07328" y="355244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55968" y="333756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change the test files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9397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5740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classes into a package and keep tests in the same package.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75234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record with a rule in its compact constructor.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41071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74136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class equals and hashCode, and choose the fields that define identity.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32504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List or Map for a job, and use generics so the compiler checks the content.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7274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69087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 that owns collections and protects them behind methods.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1520" y="5486400"/>
            <a:ext cx="10728655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48640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 </a:t>
            </a:r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Inheritance. Book becomes abstract, with printed books, ebooks and audio books below it.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4  ·  Lab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pic>
        <p:nvPicPr>
          <p:cNvPr id="23" name="Image 0" descr="/home/claude/decks/assets/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University American College Skopje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Lab: A library that grows</dc:title>
  <dc:subject>PptxGenJS Presentation</dc:subject>
  <dc:creator>Dejan Mitov</dc:creator>
  <cp:lastModifiedBy>Dejan Mitov</cp:lastModifiedBy>
  <cp:revision>1</cp:revision>
  <dcterms:created xsi:type="dcterms:W3CDTF">2026-09-20T20:05:26Z</dcterms:created>
  <dcterms:modified xsi:type="dcterms:W3CDTF">2026-09-20T20:05:26Z</dcterms:modified>
</cp:coreProperties>
</file>