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Ivana. Material: the assignment paper as a Word file in code/week06/lab/for-students, one print per student. The folder for-students/trial is the project the students receive. Your folder for-instructors holds the reference solution, a JUnit file GradingTest for a quick first check, and notes for marking and for the defence. The reference solution passes 8 of 8 grading tests and prints exactly the expected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follow the syllabus. If IntelliJ on the lab computers has an AI assistant plugin, it must be switched off before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COVER: the lab of this week depends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an overview. The binding text is the assignment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on the projector during the working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two or three volunteers today so that everybody sees how it runs. More example changes are in the notes for instructors.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Whether the reference solution is published is your decision and Dejan's. If not, change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practical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5234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minutes under exam conditions: two assignments on paper, a new repository, a push, and a short defence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exercises: Ivana Filkova</a:t>
            </a:r>
            <a:endParaRPr lang="en-US" sz="1500" dirty="0"/>
          </a:p>
        </p:txBody>
      </p:sp>
      <p:pic>
        <p:nvPicPr>
          <p:cNvPr id="7" name="Image 0" descr="/home/claude/decks/assets/logo-color-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28" y="1554480"/>
            <a:ext cx="3566160" cy="13043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0" y="329184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Information Technology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9776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 ·  CSCI 2430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38912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2026/27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 these 90 minutes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508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to 0:10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15087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setup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 repository, starter project, collaborators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08615" y="16093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08615" y="1609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0756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 to 1:10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0756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time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assignments, in silence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0408615" y="21762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408615" y="2176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64261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264261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 to 1:13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560320" y="264261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check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everybody looks at the own repository on github.com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0408615" y="27432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408615" y="27432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3209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1:13 to 1:25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560320" y="32095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defences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or three volunteers, five minutes each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408615" y="33101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408615" y="3310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37764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7240" y="3776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 to 1:30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2560320" y="37764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and wrap up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08615" y="38770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408615" y="38770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setup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as next week. Today it does not count.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CONDITIONS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allowed and what is not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5364328" cy="3840480"/>
          </a:xfrm>
          <a:prstGeom prst="roundRect">
            <a:avLst>
              <a:gd name="adj" fmla="val 2857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16916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240280"/>
            <a:ext cx="48156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documentation inside the IDE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paper and a pen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Ivana about the wording of a task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78728" y="1508760"/>
            <a:ext cx="5364328" cy="3840480"/>
          </a:xfrm>
          <a:prstGeom prst="roundRect">
            <a:avLst>
              <a:gd name="adj" fmla="val 285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53048" y="16916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240280"/>
            <a:ext cx="48156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of any kind, inside or outside the IDE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chats, other websites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solutions, your own or from others</a:t>
            </a:r>
            <a:endParaRPr lang="en-US" sz="19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paper out of the room, or a photo of it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5321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is not pushed when the time ends is not graded. Commit after every finished step, so a late problem costs you little.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10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42855" y="4114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2855" y="411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NEEDS THIS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pic>
        <p:nvPicPr>
          <p:cNvPr id="8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50876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508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private, empty repository on GitHub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1892808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proglang-trial plus your name. Add Dejan and Ivana as collaborators.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48640" y="2776728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776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27767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folder trial in IntelliJ IDEA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548640" y="3572256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5722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35722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make the first push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1325880" y="4011168"/>
            <a:ext cx="6080760" cy="1828800"/>
          </a:xfrm>
          <a:prstGeom prst="roundRect">
            <a:avLst>
              <a:gd name="adj" fmla="val 3000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508760" y="4011168"/>
            <a:ext cx="5760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"Start of the trial practical"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&lt;address of your repository&gt;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863840" y="1490472"/>
            <a:ext cx="3779215" cy="3291840"/>
          </a:xfrm>
          <a:prstGeom prst="roundRect">
            <a:avLst>
              <a:gd name="adj" fmla="val 3333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38160" y="1764792"/>
            <a:ext cx="502920" cy="502920"/>
          </a:xfrm>
          <a:prstGeom prst="ellipse">
            <a:avLst/>
          </a:prstGeom>
          <a:solidFill>
            <a:srgbClr val="B25E00"/>
          </a:solidFill>
          <a:ln w="12700">
            <a:solidFill>
              <a:srgbClr val="B25E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778240" y="1764792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first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2450592"/>
            <a:ext cx="32305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first push before you write any code.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Git or the login does not work, you find out now, and not one minute before the end.</a:t>
            </a:r>
            <a:endParaRPr lang="en-US" sz="18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1885493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time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minutes. The full text is on your paper.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·  30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55448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with rules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number, name, and a list of grades. Only grades from 5 to 10 are accepted.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48640" y="284149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8414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823210"/>
            <a:ext cx="5989320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that is null or blank becomes "Unknown"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takes care of it.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383590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8359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234440" y="381762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passedCount() and average()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only at grades of 6 or higher. No such grade: the average is 0.0.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48640" y="510463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51046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234440" y="5086350"/>
            <a:ext cx="5989320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 in an exact format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4711 Ana Petrova, passed 2, average 9.0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680960" y="1508760"/>
            <a:ext cx="3962095" cy="4480560"/>
          </a:xfrm>
          <a:prstGeom prst="roundRect">
            <a:avLst>
              <a:gd name="adj" fmla="val 276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595360" y="1783080"/>
            <a:ext cx="2773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which weeks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7955280" y="2468880"/>
            <a:ext cx="34134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private fields, constructor, rules.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a List&lt;Integer&gt; as a field.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the cast to double before dividing.</a:t>
            </a:r>
            <a:endParaRPr lang="en-US" sz="18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1903781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 ·  30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a semester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55448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abstract class Course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title, ects. Abstract isPassed(points) and kind(). Equal when the codes are equal.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06501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650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04673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LectureCourse and ProjectCourse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with 50 points, or with 60 points and a project that was handed in.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45572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557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53898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Semester has a list of courses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duplicates. totalEcts(), and passedEcts(points) with a Map from course code to points.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680960" y="1508760"/>
            <a:ext cx="3962095" cy="4480560"/>
          </a:xfrm>
          <a:prstGeom prst="roundRect">
            <a:avLst>
              <a:gd name="adj" fmla="val 276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1783080"/>
            <a:ext cx="2773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which weeks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2468880"/>
            <a:ext cx="34134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abstract class, super(...), @Override.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equals and hashCode, List, Map.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encapsulation.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1903781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everything works, Main prints exactly this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11094415" cy="2606040"/>
          </a:xfrm>
          <a:prstGeom prst="roundRect">
            <a:avLst>
              <a:gd name="adj" fmla="val 350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" y="1618488"/>
            <a:ext cx="10582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OF Main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1965960"/>
            <a:ext cx="10582351" cy="1965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11 accepted? false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4711 Ana Petrova, passed 2, average 9.0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code again? false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ECTS before the project: 6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ECTS after the project: 12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CSCI2440 Internet Programming (6 ECTS, project)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48640" y="4297680"/>
            <a:ext cx="5455768" cy="1184910"/>
          </a:xfrm>
          <a:prstGeom prst="roundRect">
            <a:avLst>
              <a:gd name="adj" fmla="val 617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416552"/>
            <a:ext cx="4998568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given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change it. It shows how your classes are used, so read it first.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87288" y="4297680"/>
            <a:ext cx="5455768" cy="1184910"/>
          </a:xfrm>
          <a:prstGeom prst="roundRect">
            <a:avLst>
              <a:gd name="adj" fmla="val 617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15888" y="4416552"/>
            <a:ext cx="4998568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is a good sign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proof. Main does not try every rule on your paper.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sixty minutes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554480"/>
            <a:ext cx="10362895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both assignments completely first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minutes. Underline every rule and every exact format.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59736"/>
            <a:ext cx="10362895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Main compile early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classes with empty methods first. Then fill them one by one and run Main after each.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364992"/>
            <a:ext cx="10362895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every finished method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message that says what you did.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270248"/>
            <a:ext cx="10362895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more than five minutes? Move on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solutions get partial points. An empty repository gets none.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5175504"/>
            <a:ext cx="10362895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ten minutes before the end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 on github.com that your files are there. Push again at the end.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time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check, defences, common mistakes.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CHECK  · 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repository on github.com and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11094415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15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1600200"/>
            <a:ext cx="101342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.java files are there, in src/main/java/trial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6837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2468880"/>
            <a:ext cx="101342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commit is from the last minutes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11094415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5524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3337560"/>
            <a:ext cx="101342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Dejan and Ivana are collaborators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11094415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4211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4206240"/>
            <a:ext cx="101342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more than one commit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that prove the work is yours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193921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your code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88208"/>
            <a:ext cx="1939214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repository, on the computer of the instructor or on yours.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36494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47974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76574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676574" y="2423160"/>
            <a:ext cx="193921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explain one method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676574" y="3188208"/>
            <a:ext cx="1939214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instructor picks it. Say what it does, line by line.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35828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7308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7590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575908" y="2423160"/>
            <a:ext cx="19392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one small change, live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575908" y="3493008"/>
            <a:ext cx="19392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add bestGrade() to Student, or a third kind of course.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835161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246641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75241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475241" y="2423160"/>
            <a:ext cx="193921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questions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9475241" y="3188208"/>
            <a:ext cx="1939214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Course abstract? What does contains need to find a duplicate?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cannot explain or change the own code did not write it. In the real exam this leads to a new assignment under supervision, zero points, or a failed exam.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usually costs points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554480"/>
            <a:ext cx="5989320" cy="603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in average()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count with two ints cuts the decimals. Cast one side to double.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2432304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414016"/>
            <a:ext cx="5989320" cy="603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zero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passed grade yet: return 0.0 before you divide.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234440" y="3273552"/>
            <a:ext cx="5989320" cy="831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key in the map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points.get(code) returns null. Putting null into an int throws a NullPointerException. Check for null first.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234440" y="4361688"/>
            <a:ext cx="5989320" cy="603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without hashCode, or no @Override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compile. Both bite later.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234440" y="5221224"/>
            <a:ext cx="5989320" cy="603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format that is almost right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comma or a space too many. Compare character by character.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7680960" y="1508760"/>
            <a:ext cx="3962095" cy="4480560"/>
          </a:xfrm>
          <a:prstGeom prst="roundRect">
            <a:avLst>
              <a:gd name="adj" fmla="val 276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595360" y="1783080"/>
            <a:ext cx="2773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solution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955280" y="2468880"/>
            <a:ext cx="34134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solution goes to Moodle after this lab.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with your own code before the midterm, line by line.</a:t>
            </a:r>
            <a:endParaRPr lang="en-US" sz="18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1903781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midterm next week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939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rules, same timing, same kind of assignments. Another domain.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75234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test is in the lecture slot, the practical in the lab slot.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7413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on time. The setup steps are part of your sixty minutes.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tonight that you can log in to GitHub from the lab computers.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7274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9087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this trial at home without the paper in front of you.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48640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</a:t>
            </a:r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midterm. After it: polymorphism and interfaces.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6  ·  Lab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pic>
        <p:nvPicPr>
          <p:cNvPr id="23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American College Skopje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Lab: Trial practical</dc:title>
  <dc:subject>PptxGenJS Presentation</dc:subject>
  <dc:creator>Dejan Mitov</dc:creator>
  <cp:lastModifiedBy>Dejan Mitov</cp:lastModifiedBy>
  <cp:revision>1</cp:revision>
  <dcterms:created xsi:type="dcterms:W3CDTF">2026-09-20T20:05:26Z</dcterms:created>
  <dcterms:modified xsi:type="dcterms:W3CDTF">2026-09-20T20:05:26Z</dcterms:modified>
</cp:coreProperties>
</file>